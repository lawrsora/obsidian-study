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D297F-0A68-4E8F-BA47-95C8863D8BE6}" v="60" dt="2024-11-21T10:41:56.461"/>
    <p1510:client id="{F2E30EAE-45EB-D98B-1839-95E4E1B2D573}" v="702" dt="2024-11-20T15:33:01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7" autoAdjust="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икита Игнашев" userId="cdb24f3b15c0f31f" providerId="LiveId" clId="{090D297F-0A68-4E8F-BA47-95C8863D8BE6}"/>
    <pc:docChg chg="undo custSel addSld modSld">
      <pc:chgData name="Никита Игнашев" userId="cdb24f3b15c0f31f" providerId="LiveId" clId="{090D297F-0A68-4E8F-BA47-95C8863D8BE6}" dt="2024-11-21T10:41:56.461" v="206" actId="122"/>
      <pc:docMkLst>
        <pc:docMk/>
      </pc:docMkLst>
      <pc:sldChg chg="addSp delSp modSp mod setBg addAnim delAnim delDesignElem">
        <pc:chgData name="Никита Игнашев" userId="cdb24f3b15c0f31f" providerId="LiveId" clId="{090D297F-0A68-4E8F-BA47-95C8863D8BE6}" dt="2024-11-21T10:41:56.461" v="206" actId="122"/>
        <pc:sldMkLst>
          <pc:docMk/>
          <pc:sldMk cId="3438528044" sldId="256"/>
        </pc:sldMkLst>
        <pc:spChg chg="mod">
          <ac:chgData name="Никита Игнашев" userId="cdb24f3b15c0f31f" providerId="LiveId" clId="{090D297F-0A68-4E8F-BA47-95C8863D8BE6}" dt="2024-11-21T10:41:56.461" v="206" actId="122"/>
          <ac:spMkLst>
            <pc:docMk/>
            <pc:sldMk cId="3438528044" sldId="256"/>
            <ac:spMk id="2" creationId="{00000000-0000-0000-0000-000000000000}"/>
          </ac:spMkLst>
        </pc:spChg>
        <pc:spChg chg="mod">
          <ac:chgData name="Никита Игнашев" userId="cdb24f3b15c0f31f" providerId="LiveId" clId="{090D297F-0A68-4E8F-BA47-95C8863D8BE6}" dt="2024-11-21T10:41:47.505" v="204" actId="1076"/>
          <ac:spMkLst>
            <pc:docMk/>
            <pc:sldMk cId="3438528044" sldId="256"/>
            <ac:spMk id="3" creationId="{00000000-0000-0000-0000-000000000000}"/>
          </ac:spMkLst>
        </pc:spChg>
        <pc:spChg chg="add del">
          <ac:chgData name="Никита Игнашев" userId="cdb24f3b15c0f31f" providerId="LiveId" clId="{090D297F-0A68-4E8F-BA47-95C8863D8BE6}" dt="2024-11-21T10:10:55.535" v="46" actId="26606"/>
          <ac:spMkLst>
            <pc:docMk/>
            <pc:sldMk cId="3438528044" sldId="256"/>
            <ac:spMk id="5" creationId="{9A672405-5F81-4E97-B4FC-E7F2CC16FE7B}"/>
          </ac:spMkLst>
        </pc:spChg>
        <pc:spChg chg="add del">
          <ac:chgData name="Никита Игнашев" userId="cdb24f3b15c0f31f" providerId="LiveId" clId="{090D297F-0A68-4E8F-BA47-95C8863D8BE6}" dt="2024-11-21T10:10:37.562" v="39" actId="26606"/>
          <ac:spMkLst>
            <pc:docMk/>
            <pc:sldMk cId="3438528044" sldId="256"/>
            <ac:spMk id="8" creationId="{BCA2EB72-13DC-4DC6-B461-3B036C55B925}"/>
          </ac:spMkLst>
        </pc:spChg>
        <pc:spChg chg="add del">
          <ac:chgData name="Никита Игнашев" userId="cdb24f3b15c0f31f" providerId="LiveId" clId="{090D297F-0A68-4E8F-BA47-95C8863D8BE6}" dt="2024-11-21T10:11:01.014" v="52" actId="26606"/>
          <ac:spMkLst>
            <pc:docMk/>
            <pc:sldMk cId="3438528044" sldId="256"/>
            <ac:spMk id="11" creationId="{BCA2EB72-13DC-4DC6-B461-3B036C55B925}"/>
          </ac:spMkLst>
        </pc:spChg>
        <pc:spChg chg="add del">
          <ac:chgData name="Никита Игнашев" userId="cdb24f3b15c0f31f" providerId="LiveId" clId="{090D297F-0A68-4E8F-BA47-95C8863D8BE6}" dt="2024-11-21T10:13:08.885" v="58" actId="26606"/>
          <ac:spMkLst>
            <pc:docMk/>
            <pc:sldMk cId="3438528044" sldId="256"/>
            <ac:spMk id="24" creationId="{9A672405-5F81-4E97-B4FC-E7F2CC16FE7B}"/>
          </ac:spMkLst>
        </pc:spChg>
        <pc:spChg chg="del">
          <ac:chgData name="Никита Игнашев" userId="cdb24f3b15c0f31f" providerId="LiveId" clId="{090D297F-0A68-4E8F-BA47-95C8863D8BE6}" dt="2024-11-21T10:10:00.694" v="35"/>
          <ac:spMkLst>
            <pc:docMk/>
            <pc:sldMk cId="3438528044" sldId="256"/>
            <ac:spMk id="27" creationId="{57ABABA7-0420-4200-9B65-1C1967CE9373}"/>
          </ac:spMkLst>
        </pc:spChg>
        <pc:spChg chg="del">
          <ac:chgData name="Никита Игнашев" userId="cdb24f3b15c0f31f" providerId="LiveId" clId="{090D297F-0A68-4E8F-BA47-95C8863D8BE6}" dt="2024-11-21T10:10:00.694" v="35"/>
          <ac:spMkLst>
            <pc:docMk/>
            <pc:sldMk cId="3438528044" sldId="256"/>
            <ac:spMk id="28" creationId="{A317EBE3-FF86-4DA1-BC9A-331F7F2144E9}"/>
          </ac:spMkLst>
        </pc:spChg>
        <pc:spChg chg="add del">
          <ac:chgData name="Никита Игнашев" userId="cdb24f3b15c0f31f" providerId="LiveId" clId="{090D297F-0A68-4E8F-BA47-95C8863D8BE6}" dt="2024-11-21T10:11:04.602" v="54" actId="26606"/>
          <ac:spMkLst>
            <pc:docMk/>
            <pc:sldMk cId="3438528044" sldId="256"/>
            <ac:spMk id="32" creationId="{8D62164E-4528-40DB-BC26-D6DDE216A059}"/>
          </ac:spMkLst>
        </pc:spChg>
        <pc:spChg chg="add del">
          <ac:chgData name="Никита Игнашев" userId="cdb24f3b15c0f31f" providerId="LiveId" clId="{090D297F-0A68-4E8F-BA47-95C8863D8BE6}" dt="2024-11-21T10:11:04.602" v="54" actId="26606"/>
          <ac:spMkLst>
            <pc:docMk/>
            <pc:sldMk cId="3438528044" sldId="256"/>
            <ac:spMk id="33" creationId="{F30007FA-C6A2-43A0-8045-7016AEF81713}"/>
          </ac:spMkLst>
        </pc:spChg>
        <pc:spChg chg="add del">
          <ac:chgData name="Никита Игнашев" userId="cdb24f3b15c0f31f" providerId="LiveId" clId="{090D297F-0A68-4E8F-BA47-95C8863D8BE6}" dt="2024-11-21T10:13:08.160" v="56" actId="26606"/>
          <ac:spMkLst>
            <pc:docMk/>
            <pc:sldMk cId="3438528044" sldId="256"/>
            <ac:spMk id="35" creationId="{CAAB0C47-03D3-4EC5-9300-FE0F7101422B}"/>
          </ac:spMkLst>
        </pc:spChg>
        <pc:spChg chg="add del">
          <ac:chgData name="Никита Игнашев" userId="cdb24f3b15c0f31f" providerId="LiveId" clId="{090D297F-0A68-4E8F-BA47-95C8863D8BE6}" dt="2024-11-21T10:13:08.160" v="56" actId="26606"/>
          <ac:spMkLst>
            <pc:docMk/>
            <pc:sldMk cId="3438528044" sldId="256"/>
            <ac:spMk id="36" creationId="{8EC4BECB-3915-428C-B97E-9B2A95053DBE}"/>
          </ac:spMkLst>
        </pc:spChg>
        <pc:grpChg chg="del">
          <ac:chgData name="Никита Игнашев" userId="cdb24f3b15c0f31f" providerId="LiveId" clId="{090D297F-0A68-4E8F-BA47-95C8863D8BE6}" dt="2024-11-21T10:10:00.694" v="35"/>
          <ac:grpSpMkLst>
            <pc:docMk/>
            <pc:sldMk cId="3438528044" sldId="256"/>
            <ac:grpSpMk id="12" creationId="{7A03E380-9CD1-4ABA-A763-9F9D252B8908}"/>
          </ac:grpSpMkLst>
        </pc:grpChg>
        <pc:picChg chg="add del">
          <ac:chgData name="Никита Игнашев" userId="cdb24f3b15c0f31f" providerId="LiveId" clId="{090D297F-0A68-4E8F-BA47-95C8863D8BE6}" dt="2024-11-21T10:10:31.190" v="37" actId="26606"/>
          <ac:picMkLst>
            <pc:docMk/>
            <pc:sldMk cId="3438528044" sldId="256"/>
            <ac:picMk id="7" creationId="{035B3E8A-9E9A-0F00-F813-F1A9A33678B2}"/>
          </ac:picMkLst>
        </pc:picChg>
        <pc:picChg chg="add del">
          <ac:chgData name="Никита Игнашев" userId="cdb24f3b15c0f31f" providerId="LiveId" clId="{090D297F-0A68-4E8F-BA47-95C8863D8BE6}" dt="2024-11-21T10:10:57.956" v="50" actId="26606"/>
          <ac:picMkLst>
            <pc:docMk/>
            <pc:sldMk cId="3438528044" sldId="256"/>
            <ac:picMk id="9" creationId="{3A259A5B-1A55-220F-22A6-7EBC56DA21EA}"/>
          </ac:picMkLst>
        </pc:picChg>
        <pc:cxnChg chg="add del">
          <ac:chgData name="Никита Игнашев" userId="cdb24f3b15c0f31f" providerId="LiveId" clId="{090D297F-0A68-4E8F-BA47-95C8863D8BE6}" dt="2024-11-21T10:10:55.535" v="46" actId="26606"/>
          <ac:cxnSpMkLst>
            <pc:docMk/>
            <pc:sldMk cId="3438528044" sldId="256"/>
            <ac:cxnSpMk id="6" creationId="{FC86C303-74D6-4DF3-9113-E0A374D7166D}"/>
          </ac:cxnSpMkLst>
        </pc:cxnChg>
        <pc:cxnChg chg="add del">
          <ac:chgData name="Никита Игнашев" userId="cdb24f3b15c0f31f" providerId="LiveId" clId="{090D297F-0A68-4E8F-BA47-95C8863D8BE6}" dt="2024-11-21T10:10:37.562" v="39" actId="26606"/>
          <ac:cxnSpMkLst>
            <pc:docMk/>
            <pc:sldMk cId="3438528044" sldId="256"/>
            <ac:cxnSpMk id="10" creationId="{C8F75BF3-096E-451E-A222-96A7F0946814}"/>
          </ac:cxnSpMkLst>
        </pc:cxnChg>
        <pc:cxnChg chg="add del">
          <ac:chgData name="Никита Игнашев" userId="cdb24f3b15c0f31f" providerId="LiveId" clId="{090D297F-0A68-4E8F-BA47-95C8863D8BE6}" dt="2024-11-21T10:13:08.885" v="58" actId="26606"/>
          <ac:cxnSpMkLst>
            <pc:docMk/>
            <pc:sldMk cId="3438528044" sldId="256"/>
            <ac:cxnSpMk id="25" creationId="{FC86C303-74D6-4DF3-9113-E0A374D7166D}"/>
          </ac:cxnSpMkLst>
        </pc:cxnChg>
        <pc:cxnChg chg="del">
          <ac:chgData name="Никита Игнашев" userId="cdb24f3b15c0f31f" providerId="LiveId" clId="{090D297F-0A68-4E8F-BA47-95C8863D8BE6}" dt="2024-11-21T10:10:00.694" v="35"/>
          <ac:cxnSpMkLst>
            <pc:docMk/>
            <pc:sldMk cId="3438528044" sldId="256"/>
            <ac:cxnSpMk id="26" creationId="{34D43EC1-35FA-4FC3-8526-F655CEB09D9C}"/>
          </ac:cxnSpMkLst>
        </pc:cxnChg>
        <pc:cxnChg chg="add del">
          <ac:chgData name="Никита Игнашев" userId="cdb24f3b15c0f31f" providerId="LiveId" clId="{090D297F-0A68-4E8F-BA47-95C8863D8BE6}" dt="2024-11-21T10:11:01.014" v="52" actId="26606"/>
          <ac:cxnSpMkLst>
            <pc:docMk/>
            <pc:sldMk cId="3438528044" sldId="256"/>
            <ac:cxnSpMk id="30" creationId="{C8F75BF3-096E-451E-A222-96A7F0946814}"/>
          </ac:cxnSpMkLst>
        </pc:cxnChg>
        <pc:cxnChg chg="add del">
          <ac:chgData name="Никита Игнашев" userId="cdb24f3b15c0f31f" providerId="LiveId" clId="{090D297F-0A68-4E8F-BA47-95C8863D8BE6}" dt="2024-11-21T10:13:08.160" v="56" actId="26606"/>
          <ac:cxnSpMkLst>
            <pc:docMk/>
            <pc:sldMk cId="3438528044" sldId="256"/>
            <ac:cxnSpMk id="37" creationId="{62FE8E50-044C-4BD7-A1B4-BC8AF7CDCF76}"/>
          </ac:cxnSpMkLst>
        </pc:cxnChg>
      </pc:sldChg>
      <pc:sldChg chg="addSp delSp modSp mod">
        <pc:chgData name="Никита Игнашев" userId="cdb24f3b15c0f31f" providerId="LiveId" clId="{090D297F-0A68-4E8F-BA47-95C8863D8BE6}" dt="2024-11-21T10:08:42.187" v="32" actId="1076"/>
        <pc:sldMkLst>
          <pc:docMk/>
          <pc:sldMk cId="24706501" sldId="258"/>
        </pc:sldMkLst>
        <pc:spChg chg="mod">
          <ac:chgData name="Никита Игнашев" userId="cdb24f3b15c0f31f" providerId="LiveId" clId="{090D297F-0A68-4E8F-BA47-95C8863D8BE6}" dt="2024-11-21T10:08:40.114" v="31" actId="1076"/>
          <ac:spMkLst>
            <pc:docMk/>
            <pc:sldMk cId="24706501" sldId="258"/>
            <ac:spMk id="4" creationId="{00000000-0000-0000-0000-000000000000}"/>
          </ac:spMkLst>
        </pc:spChg>
        <pc:picChg chg="add mod">
          <ac:chgData name="Никита Игнашев" userId="cdb24f3b15c0f31f" providerId="LiveId" clId="{090D297F-0A68-4E8F-BA47-95C8863D8BE6}" dt="2024-11-21T10:08:42.187" v="32" actId="1076"/>
          <ac:picMkLst>
            <pc:docMk/>
            <pc:sldMk cId="24706501" sldId="258"/>
            <ac:picMk id="3" creationId="{ADCEB854-FF22-C6E2-BADC-70AA85E9090D}"/>
          </ac:picMkLst>
        </pc:picChg>
        <pc:picChg chg="del">
          <ac:chgData name="Никита Игнашев" userId="cdb24f3b15c0f31f" providerId="LiveId" clId="{090D297F-0A68-4E8F-BA47-95C8863D8BE6}" dt="2024-11-21T10:08:06.449" v="23" actId="478"/>
          <ac:picMkLst>
            <pc:docMk/>
            <pc:sldMk cId="24706501" sldId="258"/>
            <ac:picMk id="2050" creationId="{00000000-0000-0000-0000-000000000000}"/>
          </ac:picMkLst>
        </pc:picChg>
      </pc:sldChg>
      <pc:sldChg chg="delSp delDesignElem">
        <pc:chgData name="Никита Игнашев" userId="cdb24f3b15c0f31f" providerId="LiveId" clId="{090D297F-0A68-4E8F-BA47-95C8863D8BE6}" dt="2024-11-21T10:10:00.694" v="35"/>
        <pc:sldMkLst>
          <pc:docMk/>
          <pc:sldMk cId="275086768" sldId="261"/>
        </pc:sldMkLst>
        <pc:spChg chg="del">
          <ac:chgData name="Никита Игнашев" userId="cdb24f3b15c0f31f" providerId="LiveId" clId="{090D297F-0A68-4E8F-BA47-95C8863D8BE6}" dt="2024-11-21T10:10:00.694" v="35"/>
          <ac:spMkLst>
            <pc:docMk/>
            <pc:sldMk cId="275086768" sldId="261"/>
            <ac:spMk id="44" creationId="{01520B72-94C4-4ABB-AC64-A3382705BE06}"/>
          </ac:spMkLst>
        </pc:spChg>
        <pc:spChg chg="del">
          <ac:chgData name="Никита Игнашев" userId="cdb24f3b15c0f31f" providerId="LiveId" clId="{090D297F-0A68-4E8F-BA47-95C8863D8BE6}" dt="2024-11-21T10:10:00.694" v="35"/>
          <ac:spMkLst>
            <pc:docMk/>
            <pc:sldMk cId="275086768" sldId="261"/>
            <ac:spMk id="46" creationId="{9A64CBFD-D6E8-4E6A-8F66-1948BED33157}"/>
          </ac:spMkLst>
        </pc:spChg>
        <pc:spChg chg="del">
          <ac:chgData name="Никита Игнашев" userId="cdb24f3b15c0f31f" providerId="LiveId" clId="{090D297F-0A68-4E8F-BA47-95C8863D8BE6}" dt="2024-11-21T10:10:00.694" v="35"/>
          <ac:spMkLst>
            <pc:docMk/>
            <pc:sldMk cId="275086768" sldId="261"/>
            <ac:spMk id="48" creationId="{71B30B18-D920-4E3E-B931-1F310244C1B8}"/>
          </ac:spMkLst>
        </pc:spChg>
        <pc:spChg chg="del">
          <ac:chgData name="Никита Игнашев" userId="cdb24f3b15c0f31f" providerId="LiveId" clId="{090D297F-0A68-4E8F-BA47-95C8863D8BE6}" dt="2024-11-21T10:10:00.694" v="35"/>
          <ac:spMkLst>
            <pc:docMk/>
            <pc:sldMk cId="275086768" sldId="261"/>
            <ac:spMk id="49" creationId="{C70EF50A-66E6-460A-8AF9-47A10D0D999C}"/>
          </ac:spMkLst>
        </pc:spChg>
        <pc:grpChg chg="del">
          <ac:chgData name="Никита Игнашев" userId="cdb24f3b15c0f31f" providerId="LiveId" clId="{090D297F-0A68-4E8F-BA47-95C8863D8BE6}" dt="2024-11-21T10:10:00.694" v="35"/>
          <ac:grpSpMkLst>
            <pc:docMk/>
            <pc:sldMk cId="275086768" sldId="261"/>
            <ac:grpSpMk id="45" creationId="{259C671B-1B22-4141-A9C0-2E7941FDA7C2}"/>
          </ac:grpSpMkLst>
        </pc:grpChg>
        <pc:grpChg chg="del">
          <ac:chgData name="Никита Игнашев" userId="cdb24f3b15c0f31f" providerId="LiveId" clId="{090D297F-0A68-4E8F-BA47-95C8863D8BE6}" dt="2024-11-21T10:10:00.694" v="35"/>
          <ac:grpSpMkLst>
            <pc:docMk/>
            <pc:sldMk cId="275086768" sldId="261"/>
            <ac:grpSpMk id="47" creationId="{1D56A4CE-A3F4-4CFF-9A65-C029AC17B7CF}"/>
          </ac:grpSpMkLst>
        </pc:grpChg>
      </pc:sldChg>
      <pc:sldChg chg="addSp delSp modSp mod">
        <pc:chgData name="Никита Игнашев" userId="cdb24f3b15c0f31f" providerId="LiveId" clId="{090D297F-0A68-4E8F-BA47-95C8863D8BE6}" dt="2024-11-21T10:39:02.737" v="167" actId="1076"/>
        <pc:sldMkLst>
          <pc:docMk/>
          <pc:sldMk cId="433972046" sldId="263"/>
        </pc:sldMkLst>
        <pc:spChg chg="mod">
          <ac:chgData name="Никита Игнашев" userId="cdb24f3b15c0f31f" providerId="LiveId" clId="{090D297F-0A68-4E8F-BA47-95C8863D8BE6}" dt="2024-11-21T10:35:20.574" v="160" actId="1076"/>
          <ac:spMkLst>
            <pc:docMk/>
            <pc:sldMk cId="433972046" sldId="263"/>
            <ac:spMk id="2" creationId="{00000000-0000-0000-0000-000000000000}"/>
          </ac:spMkLst>
        </pc:spChg>
        <pc:picChg chg="del mod">
          <ac:chgData name="Никита Игнашев" userId="cdb24f3b15c0f31f" providerId="LiveId" clId="{090D297F-0A68-4E8F-BA47-95C8863D8BE6}" dt="2024-11-21T10:17:49.435" v="74" actId="478"/>
          <ac:picMkLst>
            <pc:docMk/>
            <pc:sldMk cId="433972046" sldId="263"/>
            <ac:picMk id="4" creationId="{00000000-0000-0000-0000-000000000000}"/>
          </ac:picMkLst>
        </pc:picChg>
        <pc:picChg chg="add del mod">
          <ac:chgData name="Никита Игнашев" userId="cdb24f3b15c0f31f" providerId="LiveId" clId="{090D297F-0A68-4E8F-BA47-95C8863D8BE6}" dt="2024-11-21T10:18:07.477" v="86" actId="22"/>
          <ac:picMkLst>
            <pc:docMk/>
            <pc:sldMk cId="433972046" sldId="263"/>
            <ac:picMk id="5" creationId="{304277AE-0413-5B02-20DF-DA392796D099}"/>
          </ac:picMkLst>
        </pc:picChg>
        <pc:picChg chg="add mod">
          <ac:chgData name="Никита Игнашев" userId="cdb24f3b15c0f31f" providerId="LiveId" clId="{090D297F-0A68-4E8F-BA47-95C8863D8BE6}" dt="2024-11-21T10:18:03.782" v="81" actId="571"/>
          <ac:picMkLst>
            <pc:docMk/>
            <pc:sldMk cId="433972046" sldId="263"/>
            <ac:picMk id="6" creationId="{CB7F6592-B87A-748C-FF49-116DC729CB2B}"/>
          </ac:picMkLst>
        </pc:picChg>
        <pc:picChg chg="del">
          <ac:chgData name="Никита Игнашев" userId="cdb24f3b15c0f31f" providerId="LiveId" clId="{090D297F-0A68-4E8F-BA47-95C8863D8BE6}" dt="2024-11-21T10:24:44.990" v="108" actId="478"/>
          <ac:picMkLst>
            <pc:docMk/>
            <pc:sldMk cId="433972046" sldId="263"/>
            <ac:picMk id="8" creationId="{00000000-0000-0000-0000-000000000000}"/>
          </ac:picMkLst>
        </pc:picChg>
        <pc:picChg chg="add del">
          <ac:chgData name="Никита Игнашев" userId="cdb24f3b15c0f31f" providerId="LiveId" clId="{090D297F-0A68-4E8F-BA47-95C8863D8BE6}" dt="2024-11-21T10:18:17.294" v="88" actId="478"/>
          <ac:picMkLst>
            <pc:docMk/>
            <pc:sldMk cId="433972046" sldId="263"/>
            <ac:picMk id="9" creationId="{2707236B-B108-764B-E7AE-D98BF790E0D9}"/>
          </ac:picMkLst>
        </pc:picChg>
        <pc:picChg chg="add del mod">
          <ac:chgData name="Никита Игнашев" userId="cdb24f3b15c0f31f" providerId="LiveId" clId="{090D297F-0A68-4E8F-BA47-95C8863D8BE6}" dt="2024-11-21T10:30:10.462" v="125" actId="478"/>
          <ac:picMkLst>
            <pc:docMk/>
            <pc:sldMk cId="433972046" sldId="263"/>
            <ac:picMk id="11" creationId="{A2BFDACC-5C6A-6B79-C9D2-C5F66F22252B}"/>
          </ac:picMkLst>
        </pc:picChg>
        <pc:picChg chg="add del mod">
          <ac:chgData name="Никита Игнашев" userId="cdb24f3b15c0f31f" providerId="LiveId" clId="{090D297F-0A68-4E8F-BA47-95C8863D8BE6}" dt="2024-11-21T10:26:28.404" v="115" actId="478"/>
          <ac:picMkLst>
            <pc:docMk/>
            <pc:sldMk cId="433972046" sldId="263"/>
            <ac:picMk id="13" creationId="{0DDC9B40-60BC-CE45-65B5-93EA403AFC5C}"/>
          </ac:picMkLst>
        </pc:picChg>
        <pc:picChg chg="add del mod">
          <ac:chgData name="Никита Игнашев" userId="cdb24f3b15c0f31f" providerId="LiveId" clId="{090D297F-0A68-4E8F-BA47-95C8863D8BE6}" dt="2024-11-21T10:30:12.421" v="126" actId="478"/>
          <ac:picMkLst>
            <pc:docMk/>
            <pc:sldMk cId="433972046" sldId="263"/>
            <ac:picMk id="15" creationId="{B335028E-744D-E5C8-AFD4-54431DE573A7}"/>
          </ac:picMkLst>
        </pc:picChg>
        <pc:picChg chg="add mod">
          <ac:chgData name="Никита Игнашев" userId="cdb24f3b15c0f31f" providerId="LiveId" clId="{090D297F-0A68-4E8F-BA47-95C8863D8BE6}" dt="2024-11-21T10:39:02.737" v="167" actId="1076"/>
          <ac:picMkLst>
            <pc:docMk/>
            <pc:sldMk cId="433972046" sldId="263"/>
            <ac:picMk id="17" creationId="{5E10C44B-1672-FFAC-0FC2-FA5C7FDE5223}"/>
          </ac:picMkLst>
        </pc:picChg>
        <pc:picChg chg="add del mod">
          <ac:chgData name="Никита Игнашев" userId="cdb24f3b15c0f31f" providerId="LiveId" clId="{090D297F-0A68-4E8F-BA47-95C8863D8BE6}" dt="2024-11-21T10:31:05.882" v="134" actId="478"/>
          <ac:picMkLst>
            <pc:docMk/>
            <pc:sldMk cId="433972046" sldId="263"/>
            <ac:picMk id="19" creationId="{32E2110F-42A4-C748-DE35-150A849B76C5}"/>
          </ac:picMkLst>
        </pc:picChg>
        <pc:picChg chg="add del mod">
          <ac:chgData name="Никита Игнашев" userId="cdb24f3b15c0f31f" providerId="LiveId" clId="{090D297F-0A68-4E8F-BA47-95C8863D8BE6}" dt="2024-11-21T10:34:47.553" v="152" actId="478"/>
          <ac:picMkLst>
            <pc:docMk/>
            <pc:sldMk cId="433972046" sldId="263"/>
            <ac:picMk id="21" creationId="{58A6832B-C453-C270-E192-E41962CC2E36}"/>
          </ac:picMkLst>
        </pc:picChg>
      </pc:sldChg>
      <pc:sldChg chg="modSp mod modAnim">
        <pc:chgData name="Никита Игнашев" userId="cdb24f3b15c0f31f" providerId="LiveId" clId="{090D297F-0A68-4E8F-BA47-95C8863D8BE6}" dt="2024-11-21T10:39:02.561" v="166" actId="20577"/>
        <pc:sldMkLst>
          <pc:docMk/>
          <pc:sldMk cId="4117440263" sldId="264"/>
        </pc:sldMkLst>
        <pc:spChg chg="mod">
          <ac:chgData name="Никита Игнашев" userId="cdb24f3b15c0f31f" providerId="LiveId" clId="{090D297F-0A68-4E8F-BA47-95C8863D8BE6}" dt="2024-11-21T10:16:56.292" v="71" actId="20577"/>
          <ac:spMkLst>
            <pc:docMk/>
            <pc:sldMk cId="4117440263" sldId="264"/>
            <ac:spMk id="9" creationId="{CA829777-0DB1-9EC9-C9C4-13ED93A1C992}"/>
          </ac:spMkLst>
        </pc:spChg>
        <pc:spChg chg="mod">
          <ac:chgData name="Никита Игнашев" userId="cdb24f3b15c0f31f" providerId="LiveId" clId="{090D297F-0A68-4E8F-BA47-95C8863D8BE6}" dt="2024-11-21T10:39:02.561" v="166" actId="20577"/>
          <ac:spMkLst>
            <pc:docMk/>
            <pc:sldMk cId="4117440263" sldId="264"/>
            <ac:spMk id="17" creationId="{A878EFA5-7504-EC15-DE77-64D6EF48139D}"/>
          </ac:spMkLst>
        </pc:spChg>
      </pc:sldChg>
      <pc:sldChg chg="addSp delSp modSp new mod">
        <pc:chgData name="Никита Игнашев" userId="cdb24f3b15c0f31f" providerId="LiveId" clId="{090D297F-0A68-4E8F-BA47-95C8863D8BE6}" dt="2024-11-21T10:23:44.500" v="101" actId="20577"/>
        <pc:sldMkLst>
          <pc:docMk/>
          <pc:sldMk cId="126545070" sldId="265"/>
        </pc:sldMkLst>
        <pc:spChg chg="mod">
          <ac:chgData name="Никита Игнашев" userId="cdb24f3b15c0f31f" providerId="LiveId" clId="{090D297F-0A68-4E8F-BA47-95C8863D8BE6}" dt="2024-11-21T10:23:44.500" v="101" actId="20577"/>
          <ac:spMkLst>
            <pc:docMk/>
            <pc:sldMk cId="126545070" sldId="265"/>
            <ac:spMk id="2" creationId="{B75CF883-C5A5-A357-2794-47039E06F9D1}"/>
          </ac:spMkLst>
        </pc:spChg>
        <pc:spChg chg="del">
          <ac:chgData name="Никита Игнашев" userId="cdb24f3b15c0f31f" providerId="LiveId" clId="{090D297F-0A68-4E8F-BA47-95C8863D8BE6}" dt="2024-11-21T10:23:33.832" v="90" actId="22"/>
          <ac:spMkLst>
            <pc:docMk/>
            <pc:sldMk cId="126545070" sldId="265"/>
            <ac:spMk id="3" creationId="{3432D9C2-C5DA-547E-A021-07E3AB8B95CD}"/>
          </ac:spMkLst>
        </pc:spChg>
        <pc:picChg chg="add mod ord">
          <ac:chgData name="Никита Игнашев" userId="cdb24f3b15c0f31f" providerId="LiveId" clId="{090D297F-0A68-4E8F-BA47-95C8863D8BE6}" dt="2024-11-21T10:23:34.063" v="91" actId="1076"/>
          <ac:picMkLst>
            <pc:docMk/>
            <pc:sldMk cId="126545070" sldId="265"/>
            <ac:picMk id="5" creationId="{DFD197F1-E378-222C-0FF3-4B82EE61C7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78A58-639B-4939-851E-9FD79669800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421E-DB39-4F2C-B943-0C19142342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03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9421E-DB39-4F2C-B943-0C191423427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412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9421E-DB39-4F2C-B943-0C191423427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956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0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33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97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66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8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0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92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677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57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34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386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177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065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557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220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681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76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9A836C1-0D2D-4F4A-98DA-299C947E7FEC}" type="datetimeFigureOut">
              <a:rPr lang="ru-RU" smtClean="0"/>
              <a:t>21.11.2024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C845769-8726-41F3-B253-EA2FC593B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135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377048" y="556591"/>
            <a:ext cx="5800929" cy="4220820"/>
          </a:xfrm>
        </p:spPr>
        <p:txBody>
          <a:bodyPr anchor="ctr">
            <a:normAutofit/>
          </a:bodyPr>
          <a:lstStyle/>
          <a:p>
            <a:r>
              <a:rPr lang="ru-RU" sz="6600" dirty="0">
                <a:solidFill>
                  <a:schemeClr val="tx1"/>
                </a:solidFill>
                <a:latin typeface="Arial"/>
                <a:cs typeface="Arial"/>
              </a:rPr>
              <a:t>МАШИНА ТЬЮРИНГА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5737" y="4576091"/>
            <a:ext cx="7091680" cy="3206796"/>
          </a:xfrm>
        </p:spPr>
        <p:txBody>
          <a:bodyPr anchor="ctr">
            <a:normAutofit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Евлампиев Виктор, Игнашев Никита, Олексюк Роман, </a:t>
            </a:r>
            <a:r>
              <a:rPr lang="ru-RU" dirty="0" err="1">
                <a:solidFill>
                  <a:schemeClr val="tx1"/>
                </a:solidFill>
              </a:rPr>
              <a:t>Сойту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</a:rPr>
              <a:t>Александр, Курьянов Алексей</a:t>
            </a:r>
          </a:p>
        </p:txBody>
      </p:sp>
    </p:spTree>
    <p:extLst>
      <p:ext uri="{BB962C8B-B14F-4D97-AF65-F5344CB8AC3E}">
        <p14:creationId xmlns:p14="http://schemas.microsoft.com/office/powerpoint/2010/main" val="343852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26" y="934193"/>
            <a:ext cx="3421898" cy="430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807" y="934192"/>
            <a:ext cx="3431285" cy="430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35549" y="5614851"/>
            <a:ext cx="253998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sz="2800" dirty="0">
                <a:latin typeface="Arial"/>
                <a:cs typeface="Arial"/>
              </a:rPr>
              <a:t>Алан Тьюринг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8080" y="5614852"/>
            <a:ext cx="249210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sz="2800" dirty="0">
                <a:latin typeface="Arial"/>
                <a:cs typeface="Arial"/>
              </a:rPr>
              <a:t>Макс Ньюман</a:t>
            </a:r>
          </a:p>
        </p:txBody>
      </p:sp>
    </p:spTree>
    <p:extLst>
      <p:ext uri="{BB962C8B-B14F-4D97-AF65-F5344CB8AC3E}">
        <p14:creationId xmlns:p14="http://schemas.microsoft.com/office/powerpoint/2010/main" val="337131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55219" y="5846761"/>
            <a:ext cx="4275209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sz="2800" dirty="0">
                <a:latin typeface="Arial"/>
                <a:cs typeface="Arial"/>
              </a:rPr>
              <a:t>Статья Алана Тьюринга</a:t>
            </a:r>
          </a:p>
        </p:txBody>
      </p:sp>
      <p:pic>
        <p:nvPicPr>
          <p:cNvPr id="3" name="Рисунок 2" descr="Изображение выглядит как текст, письмо, Шрифт, рукописный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DCEB854-FF22-C6E2-BADC-70AA85E90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722" y="324689"/>
            <a:ext cx="3098201" cy="527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054" y="1225490"/>
            <a:ext cx="8598715" cy="429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84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60194" y="630867"/>
            <a:ext cx="423678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sz="4000" dirty="0">
                <a:latin typeface="Arial"/>
                <a:cs typeface="Arial"/>
              </a:rPr>
              <a:t>Принцип работы</a:t>
            </a:r>
          </a:p>
        </p:txBody>
      </p:sp>
      <p:pic>
        <p:nvPicPr>
          <p:cNvPr id="4098" name="Picture 2" descr="https://skillbox.ru/upload/setka_images/07485624012023_a3e9b924b0c79cb7169afa563a255fa0a5b1cad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301" y="2049585"/>
            <a:ext cx="9763440" cy="275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90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CCC97-3A29-84FD-97EA-3DEC42686736}"/>
              </a:ext>
            </a:extLst>
          </p:cNvPr>
          <p:cNvSpPr txBox="1"/>
          <p:nvPr/>
        </p:nvSpPr>
        <p:spPr>
          <a:xfrm>
            <a:off x="2448297" y="2398817"/>
            <a:ext cx="183275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i="1" dirty="0">
                <a:latin typeface="Arial"/>
                <a:cs typeface="Arial"/>
              </a:rPr>
              <a:t>01</a:t>
            </a:r>
            <a:r>
              <a:rPr lang="ru-RU" sz="2800" i="1" baseline="30000" dirty="0">
                <a:latin typeface="Arial"/>
                <a:cs typeface="Arial"/>
              </a:rPr>
              <a:t>x</a:t>
            </a:r>
            <a:r>
              <a:rPr lang="ru-RU" sz="2800" i="1" dirty="0">
                <a:latin typeface="Arial"/>
                <a:cs typeface="Arial"/>
              </a:rPr>
              <a:t>q</a:t>
            </a:r>
            <a:r>
              <a:rPr lang="ru-RU" sz="2800" i="1" baseline="-25000" dirty="0">
                <a:latin typeface="Arial"/>
                <a:cs typeface="Arial"/>
              </a:rPr>
              <a:t>1</a:t>
            </a:r>
            <a:r>
              <a:rPr lang="ru-RU" sz="2800" i="1" dirty="0">
                <a:latin typeface="Arial"/>
                <a:cs typeface="Arial"/>
              </a:rPr>
              <a:t>1</a:t>
            </a:r>
            <a:r>
              <a:rPr lang="ru-RU" sz="2800" i="1" baseline="30000" dirty="0">
                <a:latin typeface="Arial"/>
                <a:cs typeface="Arial"/>
              </a:rPr>
              <a:t>y</a:t>
            </a:r>
            <a:r>
              <a:rPr lang="ru-RU" sz="2800" i="1" dirty="0">
                <a:latin typeface="Arial"/>
                <a:cs typeface="Arial"/>
              </a:rPr>
              <a:t>00</a:t>
            </a:r>
            <a:endParaRPr lang="ru-RU" sz="2800" dirty="0">
              <a:latin typeface="Arial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35198-342B-C097-1FBD-4C4E4F705EDB}"/>
              </a:ext>
            </a:extLst>
          </p:cNvPr>
          <p:cNvSpPr txBox="1"/>
          <p:nvPr/>
        </p:nvSpPr>
        <p:spPr>
          <a:xfrm>
            <a:off x="2642078" y="590224"/>
            <a:ext cx="690312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000" dirty="0">
                <a:latin typeface="Arial"/>
                <a:cs typeface="Arial"/>
              </a:rPr>
              <a:t>Пример машины Тьюринга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0A09E-3466-E0FE-CBF6-CC6A26017D07}"/>
              </a:ext>
            </a:extLst>
          </p:cNvPr>
          <p:cNvSpPr txBox="1"/>
          <p:nvPr/>
        </p:nvSpPr>
        <p:spPr>
          <a:xfrm>
            <a:off x="2450330" y="1870181"/>
            <a:ext cx="241619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800" dirty="0">
                <a:latin typeface="Arial"/>
                <a:cs typeface="Arial"/>
              </a:rPr>
              <a:t>Изначальное: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9198C-2770-72AA-0449-4F41C06F8CD4}"/>
              </a:ext>
            </a:extLst>
          </p:cNvPr>
          <p:cNvSpPr txBox="1"/>
          <p:nvPr/>
        </p:nvSpPr>
        <p:spPr>
          <a:xfrm>
            <a:off x="2450329" y="2938959"/>
            <a:ext cx="27823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800" dirty="0">
                <a:latin typeface="Arial"/>
                <a:cs typeface="Arial"/>
              </a:rPr>
              <a:t>Результат: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025F3-C242-95B2-F66F-E7CF0A689A72}"/>
              </a:ext>
            </a:extLst>
          </p:cNvPr>
          <p:cNvSpPr txBox="1"/>
          <p:nvPr/>
        </p:nvSpPr>
        <p:spPr>
          <a:xfrm>
            <a:off x="2448296" y="3467595"/>
            <a:ext cx="17436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i="1" dirty="0">
                <a:latin typeface="Arial"/>
                <a:cs typeface="Arial"/>
              </a:rPr>
              <a:t>01</a:t>
            </a:r>
            <a:r>
              <a:rPr lang="ru-RU" sz="2800" i="1" baseline="30000" dirty="0">
                <a:latin typeface="Arial"/>
                <a:cs typeface="Arial"/>
              </a:rPr>
              <a:t>x+y</a:t>
            </a:r>
            <a:r>
              <a:rPr lang="ru-RU" sz="2800" i="1" dirty="0">
                <a:latin typeface="Arial"/>
                <a:cs typeface="Arial"/>
              </a:rPr>
              <a:t>q</a:t>
            </a:r>
            <a:r>
              <a:rPr lang="ru-RU" sz="2800" i="1" baseline="-25000" dirty="0">
                <a:latin typeface="Arial"/>
                <a:cs typeface="Arial"/>
              </a:rPr>
              <a:t>0</a:t>
            </a:r>
            <a:r>
              <a:rPr lang="ru-RU" sz="2800" i="1" dirty="0">
                <a:latin typeface="Arial"/>
                <a:cs typeface="Arial"/>
              </a:rPr>
              <a:t>10</a:t>
            </a:r>
            <a:endParaRPr lang="ru-RU" sz="2800" dirty="0">
              <a:latin typeface="Arial"/>
              <a:cs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191741-F55F-82FC-8E99-71DDE16B0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83" y="4639293"/>
            <a:ext cx="497279" cy="4294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829777-0DB1-9EC9-C9C4-13ED93A1C992}"/>
              </a:ext>
            </a:extLst>
          </p:cNvPr>
          <p:cNvSpPr txBox="1"/>
          <p:nvPr/>
        </p:nvSpPr>
        <p:spPr>
          <a:xfrm>
            <a:off x="2448296" y="4516582"/>
            <a:ext cx="43760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i="1" dirty="0">
                <a:latin typeface="Arial"/>
                <a:cs typeface="Arial"/>
              </a:rPr>
              <a:t>01</a:t>
            </a:r>
            <a:r>
              <a:rPr lang="en-US" sz="2800" i="1" baseline="30000" dirty="0">
                <a:latin typeface="Arial"/>
                <a:cs typeface="Arial"/>
              </a:rPr>
              <a:t>x</a:t>
            </a:r>
            <a:r>
              <a:rPr lang="en-US" sz="2800" i="1" dirty="0">
                <a:latin typeface="Arial"/>
                <a:cs typeface="Arial"/>
              </a:rPr>
              <a:t>q</a:t>
            </a:r>
            <a:r>
              <a:rPr lang="en-US" sz="2800" i="1" baseline="-25000" dirty="0">
                <a:latin typeface="Arial"/>
                <a:cs typeface="Arial"/>
              </a:rPr>
              <a:t>1</a:t>
            </a:r>
            <a:r>
              <a:rPr lang="en-US" sz="2800" i="1" dirty="0">
                <a:latin typeface="Arial"/>
                <a:cs typeface="Arial"/>
              </a:rPr>
              <a:t>1</a:t>
            </a:r>
            <a:r>
              <a:rPr lang="en-US" sz="2800" i="1" baseline="30000" dirty="0">
                <a:latin typeface="Arial"/>
                <a:cs typeface="Arial"/>
              </a:rPr>
              <a:t>y</a:t>
            </a:r>
            <a:r>
              <a:rPr lang="en-US" sz="2800" i="1" dirty="0">
                <a:latin typeface="Arial"/>
                <a:cs typeface="Arial"/>
              </a:rPr>
              <a:t>00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ru-RU" sz="2800" dirty="0">
                <a:latin typeface="Arial"/>
                <a:cs typeface="Arial"/>
              </a:rPr>
              <a:t>=</a:t>
            </a:r>
            <a:r>
              <a:rPr lang="en-US" sz="2800" dirty="0">
                <a:latin typeface="Arial"/>
                <a:cs typeface="Arial"/>
              </a:rPr>
              <a:t>&gt; </a:t>
            </a:r>
            <a:r>
              <a:rPr lang="en-US" sz="2800" i="1" dirty="0">
                <a:latin typeface="Arial"/>
                <a:cs typeface="Arial"/>
              </a:rPr>
              <a:t>01</a:t>
            </a:r>
            <a:r>
              <a:rPr lang="en-US" sz="2800" i="1" baseline="30000" dirty="0">
                <a:latin typeface="Arial"/>
                <a:cs typeface="Arial"/>
              </a:rPr>
              <a:t>x+y</a:t>
            </a:r>
            <a:r>
              <a:rPr lang="en-US" sz="2800" i="1" dirty="0">
                <a:latin typeface="Arial"/>
                <a:cs typeface="Arial"/>
              </a:rPr>
              <a:t>q</a:t>
            </a:r>
            <a:r>
              <a:rPr lang="en-US" sz="2800" i="1" baseline="-25000" dirty="0">
                <a:latin typeface="Arial"/>
                <a:cs typeface="Arial"/>
              </a:rPr>
              <a:t>0</a:t>
            </a:r>
            <a:r>
              <a:rPr lang="en-US" sz="2800" i="1" dirty="0">
                <a:latin typeface="Arial"/>
                <a:cs typeface="Arial"/>
              </a:rPr>
              <a:t>100.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789B0-9FD7-AE33-1E4A-9687F646D2DB}"/>
              </a:ext>
            </a:extLst>
          </p:cNvPr>
          <p:cNvSpPr txBox="1"/>
          <p:nvPr/>
        </p:nvSpPr>
        <p:spPr>
          <a:xfrm>
            <a:off x="2454960" y="3995301"/>
            <a:ext cx="378203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800" dirty="0">
                <a:latin typeface="Arial"/>
                <a:cs typeface="Arial"/>
              </a:rPr>
              <a:t>Имеем: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5E451-C79E-C0CF-D6E4-E69B0614F450}"/>
              </a:ext>
            </a:extLst>
          </p:cNvPr>
          <p:cNvSpPr txBox="1"/>
          <p:nvPr/>
        </p:nvSpPr>
        <p:spPr>
          <a:xfrm>
            <a:off x="7734394" y="2735046"/>
            <a:ext cx="19426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800" dirty="0">
                <a:latin typeface="Arial"/>
                <a:cs typeface="Arial"/>
              </a:rPr>
              <a:t>011111100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78EFA5-7504-EC15-DE77-64D6EF48139D}"/>
              </a:ext>
            </a:extLst>
          </p:cNvPr>
          <p:cNvSpPr txBox="1"/>
          <p:nvPr/>
        </p:nvSpPr>
        <p:spPr>
          <a:xfrm>
            <a:off x="7730534" y="2734926"/>
            <a:ext cx="195089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2800" dirty="0">
                <a:latin typeface="Arial"/>
                <a:cs typeface="Arial"/>
              </a:rPr>
              <a:t>011111110</a:t>
            </a:r>
          </a:p>
        </p:txBody>
      </p:sp>
    </p:spTree>
    <p:extLst>
      <p:ext uri="{BB962C8B-B14F-4D97-AF65-F5344CB8AC3E}">
        <p14:creationId xmlns:p14="http://schemas.microsoft.com/office/powerpoint/2010/main" val="411744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912" y="3427371"/>
            <a:ext cx="6542397" cy="28354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41" y="379372"/>
            <a:ext cx="6533676" cy="304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06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265622" y="3233830"/>
            <a:ext cx="9435998" cy="672689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Arial"/>
                <a:cs typeface="Arial"/>
              </a:rPr>
              <a:t>Реализация машины</a:t>
            </a:r>
            <a:br>
              <a:rPr lang="ru-RU" sz="4000" dirty="0">
                <a:latin typeface="Arial"/>
                <a:cs typeface="Arial"/>
              </a:rPr>
            </a:br>
            <a:r>
              <a:rPr lang="ru-RU" sz="4000" dirty="0">
                <a:latin typeface="Arial"/>
                <a:cs typeface="Arial"/>
              </a:rPr>
              <a:t> в программировании</a:t>
            </a:r>
            <a:r>
              <a:rPr lang="ru-RU" dirty="0"/>
              <a:t> 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E10C44B-1672-FFAC-0FC2-FA5C7FDE5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476" y="1148080"/>
            <a:ext cx="6793484" cy="551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7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CF883-C5A5-A357-2794-47039E06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FD197F1-E378-222C-0FF3-4B82EE61C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5783" y="1981425"/>
            <a:ext cx="8840434" cy="3600953"/>
          </a:xfrm>
        </p:spPr>
      </p:pic>
    </p:spTree>
    <p:extLst>
      <p:ext uri="{BB962C8B-B14F-4D97-AF65-F5344CB8AC3E}">
        <p14:creationId xmlns:p14="http://schemas.microsoft.com/office/powerpoint/2010/main" val="12654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Тони старк на фоне гор 39 фото">
            <a:extLst>
              <a:ext uri="{FF2B5EF4-FFF2-40B4-BE49-F238E27FC236}">
                <a16:creationId xmlns:a16="http://schemas.microsoft.com/office/drawing/2014/main" id="{AC444F1D-930B-3082-39C3-1A2C44C6C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52567"/>
            <a:ext cx="10905066" cy="455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67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175</TotalTime>
  <Words>56</Words>
  <Application>Microsoft Office PowerPoint</Application>
  <PresentationFormat>Широкоэкранный</PresentationFormat>
  <Paragraphs>19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Calisto MT</vt:lpstr>
      <vt:lpstr>Wingdings 2</vt:lpstr>
      <vt:lpstr>Сланец</vt:lpstr>
      <vt:lpstr>МАШИНА ТЬЮРИНГА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Реализация машины  в программировании </vt:lpstr>
      <vt:lpstr>Применение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МАШИНА ТЬЮРИНГА</dc:title>
  <dc:creator>sahontiy@gmail.com</dc:creator>
  <cp:lastModifiedBy>Никита Игнашев</cp:lastModifiedBy>
  <cp:revision>223</cp:revision>
  <dcterms:created xsi:type="dcterms:W3CDTF">2024-11-19T06:10:28Z</dcterms:created>
  <dcterms:modified xsi:type="dcterms:W3CDTF">2024-11-21T10:41:58Z</dcterms:modified>
</cp:coreProperties>
</file>